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65" r:id="rId3"/>
    <p:sldId id="271" r:id="rId4"/>
    <p:sldId id="276" r:id="rId5"/>
    <p:sldId id="277" r:id="rId6"/>
    <p:sldId id="278" r:id="rId7"/>
    <p:sldId id="279" r:id="rId8"/>
    <p:sldId id="280" r:id="rId9"/>
    <p:sldId id="274" r:id="rId10"/>
    <p:sldId id="272" r:id="rId11"/>
    <p:sldId id="275" r:id="rId12"/>
    <p:sldId id="270" r:id="rId13"/>
  </p:sldIdLst>
  <p:sldSz cx="18288000" cy="10287000"/>
  <p:notesSz cx="6858000" cy="9144000"/>
  <p:embeddedFontLst>
    <p:embeddedFont>
      <p:font typeface="ADLaM Display" panose="02010000000000000000" pitchFamily="2" charset="0"/>
      <p:regular r:id="rId14"/>
    </p:embeddedFont>
    <p:embeddedFont>
      <p:font typeface="Horizon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6D6801-C13B-4CD7-93A6-F5F195398EB7}" v="21" dt="2026-04-03T05:02:11.6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914" y="7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11400" y="68961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0670663" y="-1152593"/>
            <a:ext cx="8817215" cy="14025903"/>
          </a:xfrm>
          <a:custGeom>
            <a:avLst/>
            <a:gdLst/>
            <a:ahLst/>
            <a:cxnLst/>
            <a:rect l="l" t="t" r="r" b="b"/>
            <a:pathLst>
              <a:path w="8817215" h="14025903">
                <a:moveTo>
                  <a:pt x="8817215" y="0"/>
                </a:moveTo>
                <a:lnTo>
                  <a:pt x="0" y="0"/>
                </a:lnTo>
                <a:lnTo>
                  <a:pt x="0" y="14025903"/>
                </a:lnTo>
                <a:lnTo>
                  <a:pt x="8817215" y="14025903"/>
                </a:lnTo>
                <a:lnTo>
                  <a:pt x="881721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3932305" y="-2323669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2CA655-30F0-BB34-038C-54A8FF5F50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262581"/>
            <a:ext cx="10476698" cy="1499969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3B77F5-2E47-DD8D-66D4-1BBAD0F7D798}"/>
              </a:ext>
            </a:extLst>
          </p:cNvPr>
          <p:cNvSpPr txBox="1"/>
          <p:nvPr/>
        </p:nvSpPr>
        <p:spPr>
          <a:xfrm>
            <a:off x="3581400" y="4021789"/>
            <a:ext cx="655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AI-POWERED BUSINESS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32DE5A-81E2-5787-605F-040C552E587B}"/>
              </a:ext>
            </a:extLst>
          </p:cNvPr>
          <p:cNvSpPr txBox="1"/>
          <p:nvPr/>
        </p:nvSpPr>
        <p:spPr>
          <a:xfrm>
            <a:off x="2362200" y="4632773"/>
            <a:ext cx="94664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TREND ANALYSIS AGENT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F49F05-3767-1584-C956-F38105F1072B}"/>
              </a:ext>
            </a:extLst>
          </p:cNvPr>
          <p:cNvSpPr txBox="1"/>
          <p:nvPr/>
        </p:nvSpPr>
        <p:spPr>
          <a:xfrm>
            <a:off x="3454591" y="5830195"/>
            <a:ext cx="6806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Full-Stack Financial Analytics Platform </a:t>
            </a: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05E63EDE-437C-3BF3-2831-6B12B76A1172}"/>
              </a:ext>
            </a:extLst>
          </p:cNvPr>
          <p:cNvSpPr/>
          <p:nvPr/>
        </p:nvSpPr>
        <p:spPr>
          <a:xfrm flipV="1">
            <a:off x="2362200" y="5582851"/>
            <a:ext cx="2743200" cy="65585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 sz="280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583E95-C526-2B32-2379-9A283586B913}"/>
              </a:ext>
            </a:extLst>
          </p:cNvPr>
          <p:cNvSpPr txBox="1"/>
          <p:nvPr/>
        </p:nvSpPr>
        <p:spPr>
          <a:xfrm>
            <a:off x="1608501" y="8653533"/>
            <a:ext cx="2148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</a:t>
            </a:r>
            <a:r>
              <a:rPr lang="en-US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UNMITTED</a:t>
            </a:r>
            <a:r>
              <a:rPr lang="en-US" sz="24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B</a:t>
            </a:r>
            <a:r>
              <a:rPr lang="en-US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Y</a:t>
            </a:r>
            <a:endParaRPr lang="en-US" sz="1600" b="1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1937DF-D5D1-2874-5210-F9A3D05D73A5}"/>
              </a:ext>
            </a:extLst>
          </p:cNvPr>
          <p:cNvSpPr txBox="1"/>
          <p:nvPr/>
        </p:nvSpPr>
        <p:spPr>
          <a:xfrm>
            <a:off x="900706" y="9142371"/>
            <a:ext cx="35884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</a:t>
            </a:r>
            <a:r>
              <a:rPr lang="en-US" sz="16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HELLURU</a:t>
            </a:r>
            <a:r>
              <a:rPr lang="en-US" sz="14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</a:t>
            </a:r>
            <a:r>
              <a:rPr lang="en-US" sz="16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ILIND </a:t>
            </a:r>
            <a:r>
              <a:rPr lang="en-US" sz="20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A</a:t>
            </a:r>
            <a:r>
              <a:rPr lang="en-US" sz="16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BHAY</a:t>
            </a:r>
            <a:r>
              <a:rPr lang="en-US" sz="20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L</a:t>
            </a:r>
            <a:r>
              <a:rPr lang="en-US" sz="16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AKRA</a:t>
            </a:r>
            <a:r>
              <a:rPr lang="en-US" sz="20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, S</a:t>
            </a:r>
            <a:r>
              <a:rPr lang="en-US" sz="16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AURABH</a:t>
            </a:r>
            <a:r>
              <a:rPr lang="en-US" sz="20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M</a:t>
            </a:r>
            <a:r>
              <a:rPr lang="en-US" sz="16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ISHRA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F211E7-CCFB-A2D5-9189-8CEFF3E8A3F7}"/>
              </a:ext>
            </a:extLst>
          </p:cNvPr>
          <p:cNvSpPr txBox="1"/>
          <p:nvPr/>
        </p:nvSpPr>
        <p:spPr>
          <a:xfrm>
            <a:off x="14213165" y="8628603"/>
            <a:ext cx="1596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GUIDED BY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FA4CFB-E6D2-1A54-030C-820B5B9F0A8D}"/>
              </a:ext>
            </a:extLst>
          </p:cNvPr>
          <p:cNvSpPr txBox="1"/>
          <p:nvPr/>
        </p:nvSpPr>
        <p:spPr>
          <a:xfrm>
            <a:off x="13688766" y="9088170"/>
            <a:ext cx="2990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MRS. SIMPAL KAWADE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-3654539" y="6632461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4633461" y="-39243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AACDA-3C7E-B244-9051-026F5C8BBF3C}"/>
              </a:ext>
            </a:extLst>
          </p:cNvPr>
          <p:cNvSpPr txBox="1"/>
          <p:nvPr/>
        </p:nvSpPr>
        <p:spPr>
          <a:xfrm>
            <a:off x="420435" y="377389"/>
            <a:ext cx="501216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INTRODUTION 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6F1AB2A1-8908-BF5B-043E-A467AC322B48}"/>
              </a:ext>
            </a:extLst>
          </p:cNvPr>
          <p:cNvSpPr/>
          <p:nvPr/>
        </p:nvSpPr>
        <p:spPr>
          <a:xfrm>
            <a:off x="420435" y="1085275"/>
            <a:ext cx="1371600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240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54DC3C58-6D82-A3E0-28F1-B2468FCDD22A}"/>
              </a:ext>
            </a:extLst>
          </p:cNvPr>
          <p:cNvSpPr/>
          <p:nvPr/>
        </p:nvSpPr>
        <p:spPr>
          <a:xfrm>
            <a:off x="2667000" y="2171700"/>
            <a:ext cx="5979710" cy="3948366"/>
          </a:xfrm>
          <a:prstGeom prst="roundRect">
            <a:avLst>
              <a:gd name="adj" fmla="val 12553"/>
            </a:avLst>
          </a:prstGeom>
          <a:noFill/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E28E2957-B64D-9EF7-D53A-DCB3FDC7F91D}"/>
              </a:ext>
            </a:extLst>
          </p:cNvPr>
          <p:cNvSpPr/>
          <p:nvPr/>
        </p:nvSpPr>
        <p:spPr>
          <a:xfrm>
            <a:off x="9406040" y="2171700"/>
            <a:ext cx="5979710" cy="3948366"/>
          </a:xfrm>
          <a:prstGeom prst="roundRect">
            <a:avLst>
              <a:gd name="adj" fmla="val 12553"/>
            </a:avLst>
          </a:prstGeom>
          <a:noFill/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4A3E65A1-0EE3-306A-30AF-D11722BE4641}"/>
              </a:ext>
            </a:extLst>
          </p:cNvPr>
          <p:cNvSpPr/>
          <p:nvPr/>
        </p:nvSpPr>
        <p:spPr>
          <a:xfrm>
            <a:off x="2694708" y="6501245"/>
            <a:ext cx="12691041" cy="2743021"/>
          </a:xfrm>
          <a:prstGeom prst="roundRect">
            <a:avLst>
              <a:gd name="adj" fmla="val 12553"/>
            </a:avLst>
          </a:prstGeom>
          <a:noFill/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42B7DF-9B15-EF73-BFA3-614927A6B809}"/>
              </a:ext>
            </a:extLst>
          </p:cNvPr>
          <p:cNvSpPr txBox="1"/>
          <p:nvPr/>
        </p:nvSpPr>
        <p:spPr>
          <a:xfrm>
            <a:off x="3044152" y="2552700"/>
            <a:ext cx="15150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Problem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87D125-462A-938F-397C-C464B990A3E4}"/>
              </a:ext>
            </a:extLst>
          </p:cNvPr>
          <p:cNvSpPr txBox="1"/>
          <p:nvPr/>
        </p:nvSpPr>
        <p:spPr>
          <a:xfrm>
            <a:off x="9786637" y="2552699"/>
            <a:ext cx="155498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Solution</a:t>
            </a: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A7DCE564-87C5-4DCC-B9C2-9C0C5DF14164}"/>
              </a:ext>
            </a:extLst>
          </p:cNvPr>
          <p:cNvSpPr/>
          <p:nvPr/>
        </p:nvSpPr>
        <p:spPr>
          <a:xfrm>
            <a:off x="3044152" y="6887530"/>
            <a:ext cx="1649691" cy="31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Innovation</a:t>
            </a:r>
            <a:endParaRPr lang="en-US" sz="26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AC855C-1398-DAC1-EB3C-E90D7491C255}"/>
              </a:ext>
            </a:extLst>
          </p:cNvPr>
          <p:cNvSpPr txBox="1"/>
          <p:nvPr/>
        </p:nvSpPr>
        <p:spPr>
          <a:xfrm>
            <a:off x="3044152" y="3252201"/>
            <a:ext cx="5337848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0" i="0" dirty="0">
                <a:solidFill>
                  <a:srgbClr val="E4E4E7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Small businesses often struggle to track income and expenses clearly.</a:t>
            </a:r>
            <a:br>
              <a:rPr lang="en-US" sz="2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600" b="0" i="0" dirty="0">
                <a:solidFill>
                  <a:srgbClr val="E4E4E7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They also lack simple tools for fast business analysis and better financial decisions.</a:t>
            </a:r>
            <a:endParaRPr lang="en-US" sz="2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B0BE2D-C442-D3BC-0EE3-CDA057AEBA40}"/>
              </a:ext>
            </a:extLst>
          </p:cNvPr>
          <p:cNvSpPr txBox="1"/>
          <p:nvPr/>
        </p:nvSpPr>
        <p:spPr>
          <a:xfrm>
            <a:off x="9786637" y="3252200"/>
            <a:ext cx="559911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This project provides one platform to manage transactions, view analytics, and generate AI-based business insights.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A7EEA6-4C0A-7233-BF2C-3C8303C5B7C6}"/>
              </a:ext>
            </a:extLst>
          </p:cNvPr>
          <p:cNvSpPr txBox="1"/>
          <p:nvPr/>
        </p:nvSpPr>
        <p:spPr>
          <a:xfrm>
            <a:off x="2926519" y="7465024"/>
            <a:ext cx="1219796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0" i="0" dirty="0">
                <a:solidFill>
                  <a:srgbClr val="E4E4E7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It combines business tracking with AI using OpenAI or Gemini to create reports, answer questions, and support smarter decision-making.</a:t>
            </a:r>
            <a:endParaRPr lang="en-US" sz="2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0EC7F-86A8-B8C2-6781-BB0D27131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95117A37-BFB1-FF2F-7B68-F19C8785E38C}"/>
              </a:ext>
            </a:extLst>
          </p:cNvPr>
          <p:cNvSpPr/>
          <p:nvPr/>
        </p:nvSpPr>
        <p:spPr>
          <a:xfrm>
            <a:off x="-3654539" y="6632461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DA1D91E-8AEB-1F6F-CA42-3B153A3FF1F0}"/>
              </a:ext>
            </a:extLst>
          </p:cNvPr>
          <p:cNvSpPr/>
          <p:nvPr/>
        </p:nvSpPr>
        <p:spPr>
          <a:xfrm>
            <a:off x="14633461" y="-39243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10ECD8-1D7C-3A81-918A-8194DDE179D6}"/>
              </a:ext>
            </a:extLst>
          </p:cNvPr>
          <p:cNvSpPr txBox="1"/>
          <p:nvPr/>
        </p:nvSpPr>
        <p:spPr>
          <a:xfrm>
            <a:off x="420435" y="423108"/>
            <a:ext cx="834256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HARDWARE &amp; SOFTWARE REQUIREMENTS</a:t>
            </a:r>
            <a:endParaRPr lang="en-US" sz="32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E9E74169-5C9A-E397-1AFB-875778FFFADB}"/>
              </a:ext>
            </a:extLst>
          </p:cNvPr>
          <p:cNvSpPr/>
          <p:nvPr/>
        </p:nvSpPr>
        <p:spPr>
          <a:xfrm>
            <a:off x="420435" y="962164"/>
            <a:ext cx="2194560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240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E2FB109F-847C-9E91-9EE3-FF2B17580C0A}"/>
              </a:ext>
            </a:extLst>
          </p:cNvPr>
          <p:cNvSpPr/>
          <p:nvPr/>
        </p:nvSpPr>
        <p:spPr>
          <a:xfrm>
            <a:off x="1454045" y="2757055"/>
            <a:ext cx="4883085" cy="5560829"/>
          </a:xfrm>
          <a:prstGeom prst="roundRect">
            <a:avLst>
              <a:gd name="adj" fmla="val 3550"/>
            </a:avLst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hardEdg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 sz="20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D1E337B-6DF3-C471-FCD4-96E45E3C98D9}"/>
              </a:ext>
            </a:extLst>
          </p:cNvPr>
          <p:cNvSpPr/>
          <p:nvPr/>
        </p:nvSpPr>
        <p:spPr>
          <a:xfrm>
            <a:off x="11950951" y="2781300"/>
            <a:ext cx="4883004" cy="5560829"/>
          </a:xfrm>
          <a:prstGeom prst="roundRect">
            <a:avLst>
              <a:gd name="adj" fmla="val 3550"/>
            </a:avLst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hardEdg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 sz="20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1FBEFE2-A1B4-68DC-9274-969074D00138}"/>
              </a:ext>
            </a:extLst>
          </p:cNvPr>
          <p:cNvSpPr/>
          <p:nvPr/>
        </p:nvSpPr>
        <p:spPr>
          <a:xfrm>
            <a:off x="6702498" y="2781300"/>
            <a:ext cx="4883004" cy="5560829"/>
          </a:xfrm>
          <a:prstGeom prst="roundRect">
            <a:avLst>
              <a:gd name="adj" fmla="val 3550"/>
            </a:avLst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hardEdg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DB8AC-5554-11FE-648A-95C6E31A1E9A}"/>
              </a:ext>
            </a:extLst>
          </p:cNvPr>
          <p:cNvSpPr txBox="1"/>
          <p:nvPr/>
        </p:nvSpPr>
        <p:spPr>
          <a:xfrm>
            <a:off x="2773808" y="3180273"/>
            <a:ext cx="2000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HARDWARE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020A26-1A2B-4C35-F8D3-FB99B1EBD768}"/>
              </a:ext>
            </a:extLst>
          </p:cNvPr>
          <p:cNvSpPr txBox="1"/>
          <p:nvPr/>
        </p:nvSpPr>
        <p:spPr>
          <a:xfrm>
            <a:off x="13297734" y="3180272"/>
            <a:ext cx="2458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TECHNOLOGY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A7CA6A-3475-DA89-F90F-2E67AD7D535D}"/>
              </a:ext>
            </a:extLst>
          </p:cNvPr>
          <p:cNvSpPr txBox="1"/>
          <p:nvPr/>
        </p:nvSpPr>
        <p:spPr>
          <a:xfrm>
            <a:off x="8018364" y="3180272"/>
            <a:ext cx="1888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SOFTWARE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79C829-5495-2D48-F644-752A86D6D870}"/>
              </a:ext>
            </a:extLst>
          </p:cNvPr>
          <p:cNvSpPr txBox="1"/>
          <p:nvPr/>
        </p:nvSpPr>
        <p:spPr>
          <a:xfrm>
            <a:off x="1825737" y="4266636"/>
            <a:ext cx="4200307" cy="253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E4E4E7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Intel Core i5 or similar processor</a:t>
            </a:r>
          </a:p>
          <a:p>
            <a:pPr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E4E4E7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Minimum 8 GB RAM</a:t>
            </a:r>
          </a:p>
          <a:p>
            <a:pPr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E4E4E7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 least 20 GB free storage</a:t>
            </a:r>
          </a:p>
          <a:p>
            <a:pPr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E4E4E7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Stable internet connection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2A54E0-DC35-6815-31BD-34F7B854D272}"/>
              </a:ext>
            </a:extLst>
          </p:cNvPr>
          <p:cNvSpPr txBox="1"/>
          <p:nvPr/>
        </p:nvSpPr>
        <p:spPr>
          <a:xfrm>
            <a:off x="7195098" y="4266636"/>
            <a:ext cx="3651396" cy="207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E4E4E7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Python 3.11</a:t>
            </a:r>
          </a:p>
          <a:p>
            <a:pPr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E4E4E7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Node.js 18 or above</a:t>
            </a:r>
          </a:p>
          <a:p>
            <a:pPr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E4E4E7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PostgreSQL 15</a:t>
            </a:r>
          </a:p>
          <a:p>
            <a:pPr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E4E4E7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VS Code, Git, and Postman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82C9E4-0072-D78B-50DD-552F8B9BA795}"/>
              </a:ext>
            </a:extLst>
          </p:cNvPr>
          <p:cNvSpPr txBox="1"/>
          <p:nvPr/>
        </p:nvSpPr>
        <p:spPr>
          <a:xfrm>
            <a:off x="12310992" y="4266636"/>
            <a:ext cx="4376807" cy="3462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E4E4E7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Backend: </a:t>
            </a:r>
            <a:r>
              <a:rPr lang="en-US" sz="2000" b="0" i="0" dirty="0" err="1">
                <a:solidFill>
                  <a:srgbClr val="E4E4E7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FastAPI</a:t>
            </a:r>
            <a:r>
              <a:rPr lang="en-US" sz="2000" b="0" i="0" dirty="0">
                <a:solidFill>
                  <a:srgbClr val="E4E4E7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en-US" sz="2000" b="0" i="0" dirty="0" err="1">
                <a:solidFill>
                  <a:srgbClr val="E4E4E7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SQLAlchemy</a:t>
            </a:r>
            <a:r>
              <a:rPr lang="en-US" sz="2000" b="0" i="0" dirty="0">
                <a:solidFill>
                  <a:srgbClr val="E4E4E7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Alembic, Pandas</a:t>
            </a:r>
          </a:p>
          <a:p>
            <a:pPr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E4E4E7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Frontend: React, Vite, Tailwind CSS, Recharts</a:t>
            </a:r>
          </a:p>
          <a:p>
            <a:pPr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E4E4E7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AI: OpenAI or Gemini</a:t>
            </a:r>
          </a:p>
          <a:p>
            <a:pPr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E4E4E7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Automation: n8n and Telegram Bot API</a:t>
            </a:r>
          </a:p>
        </p:txBody>
      </p:sp>
    </p:spTree>
    <p:extLst>
      <p:ext uri="{BB962C8B-B14F-4D97-AF65-F5344CB8AC3E}">
        <p14:creationId xmlns:p14="http://schemas.microsoft.com/office/powerpoint/2010/main" val="3726435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8795C4-9EE9-9358-EC60-1950EFFF7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98DF8512-59A8-A4D9-E9EA-E7C3A0946CDE}"/>
              </a:ext>
            </a:extLst>
          </p:cNvPr>
          <p:cNvSpPr/>
          <p:nvPr/>
        </p:nvSpPr>
        <p:spPr>
          <a:xfrm>
            <a:off x="-3654539" y="6632461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0288EDA-6C9E-957C-D45A-0D6F8DFE1677}"/>
              </a:ext>
            </a:extLst>
          </p:cNvPr>
          <p:cNvSpPr/>
          <p:nvPr/>
        </p:nvSpPr>
        <p:spPr>
          <a:xfrm>
            <a:off x="14633461" y="-39243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36A5A5-4C0B-1376-7B6F-713B16EE5418}"/>
              </a:ext>
            </a:extLst>
          </p:cNvPr>
          <p:cNvSpPr txBox="1"/>
          <p:nvPr/>
        </p:nvSpPr>
        <p:spPr>
          <a:xfrm>
            <a:off x="420435" y="377391"/>
            <a:ext cx="598036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Entity-Relationship Diagram</a:t>
            </a:r>
            <a:endParaRPr lang="en-US" sz="32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3870195A-F3CE-4D3D-076E-54EBB158B528}"/>
              </a:ext>
            </a:extLst>
          </p:cNvPr>
          <p:cNvSpPr/>
          <p:nvPr/>
        </p:nvSpPr>
        <p:spPr>
          <a:xfrm>
            <a:off x="427362" y="920620"/>
            <a:ext cx="1645920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240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0A7DFE-89A9-022F-61A7-69D6F1286A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3" t="8359" r="11634" b="10357"/>
          <a:stretch>
            <a:fillRect/>
          </a:stretch>
        </p:blipFill>
        <p:spPr>
          <a:xfrm>
            <a:off x="1447800" y="1257300"/>
            <a:ext cx="15392400" cy="852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16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DBB2C4-C131-CE4A-EB75-7EA031495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B8F16095-C949-00DA-1272-974AE66F055F}"/>
              </a:ext>
            </a:extLst>
          </p:cNvPr>
          <p:cNvSpPr/>
          <p:nvPr/>
        </p:nvSpPr>
        <p:spPr>
          <a:xfrm>
            <a:off x="-3654539" y="6632461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34C2182-BE47-92FA-8BAA-3CB649D32EA2}"/>
              </a:ext>
            </a:extLst>
          </p:cNvPr>
          <p:cNvSpPr/>
          <p:nvPr/>
        </p:nvSpPr>
        <p:spPr>
          <a:xfrm>
            <a:off x="14633461" y="-39243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25FC33-2CF2-9323-AD5B-125FFEA6CADB}"/>
              </a:ext>
            </a:extLst>
          </p:cNvPr>
          <p:cNvSpPr txBox="1"/>
          <p:nvPr/>
        </p:nvSpPr>
        <p:spPr>
          <a:xfrm>
            <a:off x="420435" y="377391"/>
            <a:ext cx="598036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Database Schema Design</a:t>
            </a:r>
            <a:endParaRPr lang="en-US" sz="32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F3C7EF0-D7B0-43FE-7AF5-156128B5F27C}"/>
              </a:ext>
            </a:extLst>
          </p:cNvPr>
          <p:cNvSpPr/>
          <p:nvPr/>
        </p:nvSpPr>
        <p:spPr>
          <a:xfrm>
            <a:off x="427362" y="920620"/>
            <a:ext cx="1645920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240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053463-B13F-A828-30D0-C6F30A02D0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9573" y="-993227"/>
            <a:ext cx="19987145" cy="1227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35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22927E-512F-2B6A-A60E-E12897FBA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7BCD8FE8-F8FA-33B7-4B24-5933F947C54F}"/>
              </a:ext>
            </a:extLst>
          </p:cNvPr>
          <p:cNvSpPr/>
          <p:nvPr/>
        </p:nvSpPr>
        <p:spPr>
          <a:xfrm>
            <a:off x="-3654539" y="6632461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A168730-1185-A738-DE78-C8E08C569DF8}"/>
              </a:ext>
            </a:extLst>
          </p:cNvPr>
          <p:cNvSpPr/>
          <p:nvPr/>
        </p:nvSpPr>
        <p:spPr>
          <a:xfrm>
            <a:off x="14633461" y="-39243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402135-E097-1FE8-59C1-92CB969BBEDA}"/>
              </a:ext>
            </a:extLst>
          </p:cNvPr>
          <p:cNvSpPr txBox="1"/>
          <p:nvPr/>
        </p:nvSpPr>
        <p:spPr>
          <a:xfrm>
            <a:off x="420435" y="377391"/>
            <a:ext cx="5980366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DFD Level 0 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1F88AFEB-6C36-930A-E480-1EF7B97282ED}"/>
              </a:ext>
            </a:extLst>
          </p:cNvPr>
          <p:cNvSpPr/>
          <p:nvPr/>
        </p:nvSpPr>
        <p:spPr>
          <a:xfrm>
            <a:off x="427362" y="1104900"/>
            <a:ext cx="1645920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240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9F04C6-6BE0-BEC7-6BBB-C19878FE97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640629"/>
            <a:ext cx="18288000" cy="722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312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ADB139-7484-09A4-AE76-6209948B5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84D3B6F-8532-9775-CC90-C0C8208B4176}"/>
              </a:ext>
            </a:extLst>
          </p:cNvPr>
          <p:cNvSpPr/>
          <p:nvPr/>
        </p:nvSpPr>
        <p:spPr>
          <a:xfrm>
            <a:off x="-3654539" y="6632461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2CF4B07-38AB-8209-2CCA-0E4B00E78A0E}"/>
              </a:ext>
            </a:extLst>
          </p:cNvPr>
          <p:cNvSpPr/>
          <p:nvPr/>
        </p:nvSpPr>
        <p:spPr>
          <a:xfrm>
            <a:off x="14633461" y="-39243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51BA65-9C68-32C1-880A-89C492139E03}"/>
              </a:ext>
            </a:extLst>
          </p:cNvPr>
          <p:cNvSpPr txBox="1"/>
          <p:nvPr/>
        </p:nvSpPr>
        <p:spPr>
          <a:xfrm>
            <a:off x="420435" y="377391"/>
            <a:ext cx="5980366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DFD Level 1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1AADC210-9AF1-21BB-7565-12368A5A3626}"/>
              </a:ext>
            </a:extLst>
          </p:cNvPr>
          <p:cNvSpPr/>
          <p:nvPr/>
        </p:nvSpPr>
        <p:spPr>
          <a:xfrm>
            <a:off x="427362" y="1104900"/>
            <a:ext cx="1645920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240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710C40-1173-D6EF-8BB1-2B7BC601F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409700"/>
            <a:ext cx="18288000" cy="827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348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3FE3EE-B2A9-5981-58EB-209171257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5D165471-3526-CF20-BC63-B49E848AEA75}"/>
              </a:ext>
            </a:extLst>
          </p:cNvPr>
          <p:cNvSpPr/>
          <p:nvPr/>
        </p:nvSpPr>
        <p:spPr>
          <a:xfrm>
            <a:off x="-3654539" y="6632461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ABBDD5E-8349-E23F-6CC8-47D99235F9F9}"/>
              </a:ext>
            </a:extLst>
          </p:cNvPr>
          <p:cNvSpPr/>
          <p:nvPr/>
        </p:nvSpPr>
        <p:spPr>
          <a:xfrm>
            <a:off x="14633461" y="-39243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8694A6-DB9C-FADB-E5F8-7E5691BFE2ED}"/>
              </a:ext>
            </a:extLst>
          </p:cNvPr>
          <p:cNvSpPr txBox="1"/>
          <p:nvPr/>
        </p:nvSpPr>
        <p:spPr>
          <a:xfrm>
            <a:off x="420434" y="377391"/>
            <a:ext cx="13828965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System Workflow &amp; Methodology</a:t>
            </a:r>
            <a:endParaRPr lang="en-US" sz="44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3D8AFDC-2AFA-2668-AFF4-7DB0D53FFBB3}"/>
              </a:ext>
            </a:extLst>
          </p:cNvPr>
          <p:cNvSpPr/>
          <p:nvPr/>
        </p:nvSpPr>
        <p:spPr>
          <a:xfrm>
            <a:off x="427362" y="1104900"/>
            <a:ext cx="2377440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240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495D80-F7CF-6881-98BE-D2516113FD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3384777"/>
            <a:ext cx="17716501" cy="454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452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901F39-C6CD-A1B6-9DB8-7BD65339C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83615DF8-01E4-594F-CCCB-8068669A9988}"/>
              </a:ext>
            </a:extLst>
          </p:cNvPr>
          <p:cNvSpPr/>
          <p:nvPr/>
        </p:nvSpPr>
        <p:spPr>
          <a:xfrm>
            <a:off x="-3654539" y="6632461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CEAA6DE-AD42-3BDD-6DDA-A770FA2FAA40}"/>
              </a:ext>
            </a:extLst>
          </p:cNvPr>
          <p:cNvSpPr/>
          <p:nvPr/>
        </p:nvSpPr>
        <p:spPr>
          <a:xfrm>
            <a:off x="14633461" y="-39243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421754-00E3-A601-A6C3-972024772984}"/>
              </a:ext>
            </a:extLst>
          </p:cNvPr>
          <p:cNvSpPr txBox="1"/>
          <p:nvPr/>
        </p:nvSpPr>
        <p:spPr>
          <a:xfrm>
            <a:off x="420435" y="377391"/>
            <a:ext cx="5980366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Form Design : Dashboard </a:t>
            </a: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4531E68F-6716-DFDC-AE6D-7C9A06AC09CF}"/>
              </a:ext>
            </a:extLst>
          </p:cNvPr>
          <p:cNvSpPr/>
          <p:nvPr/>
        </p:nvSpPr>
        <p:spPr>
          <a:xfrm>
            <a:off x="427362" y="920620"/>
            <a:ext cx="1645920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240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D7C78A-3831-8AF6-235A-F2B32B280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3010" y="1997838"/>
            <a:ext cx="8206389" cy="65027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7721D6E-D607-C5FE-0C8F-068F60AB0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1" y="1997838"/>
            <a:ext cx="9372600" cy="650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503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BEB2F9-A291-90BB-7A43-4B31FE187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4A484EDE-E112-5759-0465-7F0F1067A7D1}"/>
              </a:ext>
            </a:extLst>
          </p:cNvPr>
          <p:cNvSpPr/>
          <p:nvPr/>
        </p:nvSpPr>
        <p:spPr>
          <a:xfrm>
            <a:off x="-3654539" y="6632461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EBEEE3B-6121-402F-970E-D96EB933E7B1}"/>
              </a:ext>
            </a:extLst>
          </p:cNvPr>
          <p:cNvSpPr/>
          <p:nvPr/>
        </p:nvSpPr>
        <p:spPr>
          <a:xfrm>
            <a:off x="14633461" y="-39243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F679C-6661-EC54-02E9-FE3BEEC02551}"/>
              </a:ext>
            </a:extLst>
          </p:cNvPr>
          <p:cNvSpPr txBox="1"/>
          <p:nvPr/>
        </p:nvSpPr>
        <p:spPr>
          <a:xfrm>
            <a:off x="420435" y="377391"/>
            <a:ext cx="598036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Form Design: Add Transaction</a:t>
            </a:r>
            <a:endParaRPr lang="en-US" sz="3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634EFEA-27C6-9DC4-C36B-F8F39C568C29}"/>
              </a:ext>
            </a:extLst>
          </p:cNvPr>
          <p:cNvSpPr/>
          <p:nvPr/>
        </p:nvSpPr>
        <p:spPr>
          <a:xfrm>
            <a:off x="427362" y="920620"/>
            <a:ext cx="1645920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240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91D86C-DB47-7A69-36CC-B0B4F7F67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0" y="2371946"/>
            <a:ext cx="8323025" cy="61243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2E9AB1-82CF-E415-D91F-1C863B64A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75" y="2371947"/>
            <a:ext cx="9102249" cy="612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213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44BBCD-8002-D6F6-798F-8D3177C33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71018FE1-B877-A042-864B-1E4BECA172A3}"/>
              </a:ext>
            </a:extLst>
          </p:cNvPr>
          <p:cNvSpPr/>
          <p:nvPr/>
        </p:nvSpPr>
        <p:spPr>
          <a:xfrm>
            <a:off x="-3654539" y="6632461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0CBC2F7-CAA5-28EC-CB6F-725E6135E2B7}"/>
              </a:ext>
            </a:extLst>
          </p:cNvPr>
          <p:cNvSpPr/>
          <p:nvPr/>
        </p:nvSpPr>
        <p:spPr>
          <a:xfrm>
            <a:off x="14633461" y="-39243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1D8DF2-BBB8-ABBD-497E-FEF2AC043FA6}"/>
              </a:ext>
            </a:extLst>
          </p:cNvPr>
          <p:cNvSpPr txBox="1"/>
          <p:nvPr/>
        </p:nvSpPr>
        <p:spPr>
          <a:xfrm>
            <a:off x="420435" y="377391"/>
            <a:ext cx="598036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Form Design: AI-Insight</a:t>
            </a:r>
            <a:endParaRPr lang="en-US" sz="3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bg1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F3CD8118-EF60-E19E-D0E7-6951EC2D945E}"/>
              </a:ext>
            </a:extLst>
          </p:cNvPr>
          <p:cNvSpPr/>
          <p:nvPr/>
        </p:nvSpPr>
        <p:spPr>
          <a:xfrm>
            <a:off x="427362" y="920620"/>
            <a:ext cx="1645920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240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E63AD9-B639-92F9-050C-CAF668595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1" y="2470726"/>
            <a:ext cx="8820084" cy="58826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5D71CD-9B32-C83E-471A-1018F2A81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489776"/>
            <a:ext cx="8705089" cy="588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417839" y="5070825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7782476" cy="12379902"/>
          </a:xfrm>
          <a:custGeom>
            <a:avLst/>
            <a:gdLst/>
            <a:ahLst/>
            <a:cxnLst/>
            <a:rect l="l" t="t" r="r" b="b"/>
            <a:pathLst>
              <a:path w="7782476" h="12379902">
                <a:moveTo>
                  <a:pt x="0" y="0"/>
                </a:moveTo>
                <a:lnTo>
                  <a:pt x="7782476" y="0"/>
                </a:lnTo>
                <a:lnTo>
                  <a:pt x="7782476" y="12379902"/>
                </a:lnTo>
                <a:lnTo>
                  <a:pt x="0" y="12379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042998" y="4752121"/>
            <a:ext cx="12420600" cy="1437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0789"/>
              </a:lnSpc>
            </a:pPr>
            <a:r>
              <a:rPr lang="en-US" sz="10374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>
            <a:off x="15144536" y="-2501909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199</Words>
  <Application>Microsoft Office PowerPoint</Application>
  <PresentationFormat>Custom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Horizon</vt:lpstr>
      <vt:lpstr>Arial</vt:lpstr>
      <vt:lpstr>ADLaM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Futuristic Tech Presentation</dc:title>
  <dc:creator>Chelluru -</dc:creator>
  <cp:lastModifiedBy>Chelluru -</cp:lastModifiedBy>
  <cp:revision>3</cp:revision>
  <dcterms:created xsi:type="dcterms:W3CDTF">2006-08-16T00:00:00Z</dcterms:created>
  <dcterms:modified xsi:type="dcterms:W3CDTF">2026-04-03T05:11:26Z</dcterms:modified>
  <dc:identifier>DAHFtxhZliY</dc:identifier>
</cp:coreProperties>
</file>